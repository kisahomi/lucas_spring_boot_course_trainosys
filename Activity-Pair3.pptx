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B3"/>
          </a:solidFill>
          <a:ln w="12700">
            <a:solidFill>
              <a:srgbClr val="2A9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3 • Resources, URIs &amp; Frameworks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241280" y="64922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6F7E"/>
                </a:solidFill>
              </a:rPr>
              <a:t>1 • DESIGNING URIS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</a:rPr>
              <a:t>Users and their orders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5717D"/>
                </a:solidFill>
              </a:rPr>
              <a:t>Keep the URI readable and show the relationship between resources.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10881360" cy="3611880"/>
          </a:xfrm>
          <a:prstGeom prst="roundRect">
            <a:avLst>
              <a:gd name="adj" fmla="val 2025"/>
            </a:avLst>
          </a:prstGeom>
          <a:solidFill>
            <a:srgbClr val="E8F6F9"/>
          </a:solidFill>
          <a:ln w="12700">
            <a:solidFill>
              <a:srgbClr val="E8F6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3591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6F7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/users/{userId}/orders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17D"/>
                </a:solidFill>
              </a:rPr>
              <a:t>Main resource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364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users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8036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B3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19856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17D"/>
                </a:solidFill>
              </a:rPr>
              <a:t>Sub-resource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19856" y="3364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orders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89320" y="2359152"/>
            <a:ext cx="4800600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26700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F7E"/>
                </a:solidFill>
              </a:rPr>
              <a:t>How I would explain 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27648" y="3090672"/>
            <a:ext cx="39776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C3440"/>
                </a:solidFill>
              </a:rPr>
              <a:t>“I use /users/{userId}/orders because the orders belong to a specific user. The user is the main resource, while orders is the sub-resource under that user.”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87552" y="489204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717D"/>
                </a:solidFill>
              </a:rPr>
              <a:t>For one specific order:  /users/{userId}/orders/{orderId}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6F7E"/>
                </a:solidFill>
              </a:rPr>
              <a:t>2 • WHAT IS A WEB FRAMEWORK?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</a:rPr>
              <a:t>Think of it like building a house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5717D"/>
                </a:solidFill>
              </a:rPr>
              <a:t>The framework gives you structure and tools, so you do not start everything from zero.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267712"/>
            <a:ext cx="420624" cy="420624"/>
          </a:xfrm>
          <a:prstGeom prst="ellipse">
            <a:avLst/>
          </a:prstGeom>
          <a:solidFill>
            <a:srgbClr val="B664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258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Programming language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285292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C3440"/>
                </a:solidFill>
              </a:rPr>
              <a:t>The raw materials — wood, steel, cement, wires.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4074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17D"/>
                </a:solidFill>
              </a:rPr>
              <a:t>Example: Java, Python, JavaScript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69080" y="196596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EAF2FD"/>
          </a:solidFill>
          <a:ln w="12700">
            <a:solidFill>
              <a:srgbClr val="EAF2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2267712"/>
            <a:ext cx="420624" cy="420624"/>
          </a:xfrm>
          <a:prstGeom prst="ellipse">
            <a:avLst/>
          </a:prstGeom>
          <a:solidFill>
            <a:srgbClr val="2D70C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258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Web framework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70832" y="2852928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C3440"/>
                </a:solidFill>
              </a:rPr>
              <a:t>The blueprint + construction system that gives the project a clear structure.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70832" y="440740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17D"/>
                </a:solidFill>
              </a:rPr>
              <a:t>It already has common tools and patterns.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1965960"/>
            <a:ext cx="4096512" cy="3611880"/>
          </a:xfrm>
          <a:prstGeom prst="roundRect">
            <a:avLst>
              <a:gd name="adj" fmla="val 2025"/>
            </a:avLst>
          </a:prstGeom>
          <a:solidFill>
            <a:srgbClr val="F2EDFC"/>
          </a:solidFill>
          <a:ln w="12700">
            <a:solidFill>
              <a:srgbClr val="F2ED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2313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49C8"/>
                </a:solidFill>
              </a:rPr>
              <a:t>How I would explain 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99832" y="2852928"/>
            <a:ext cx="32735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C3440"/>
                </a:solidFill>
              </a:rPr>
              <a:t>“For me, a web framework is like having the blueprint and basic structure of a house ready. Instead of building everything from scratch, we follow that structure and focus on the parts that make our application unique.”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6F7E"/>
                </a:solidFill>
              </a:rPr>
              <a:t>3 • FRAMEWORK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</a:rPr>
              <a:t>Choosing a framework is like choosing a vehicle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5717D"/>
                </a:solidFill>
              </a:rPr>
              <a:t>Different vehicles can reach the destination, but each gives you a different way to get there.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EAF2FD"/>
          </a:solidFill>
          <a:ln w="12700">
            <a:solidFill>
              <a:srgbClr val="EAF2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677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ASP.NET Core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154680" y="2286000"/>
            <a:ext cx="502920" cy="292608"/>
          </a:xfrm>
          <a:prstGeom prst="roundRect">
            <a:avLst/>
          </a:prstGeom>
          <a:solidFill>
            <a:srgbClr val="2D70C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C#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85292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D70C9"/>
                </a:solidFill>
              </a:rPr>
              <a:t>High-Speed Bullet Train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C3440"/>
                </a:solidFill>
              </a:rPr>
              <a:t>Structured, strongly typed, and built for speed and reliability. It takes more engineering upfront, but it handles large systems very well.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160520" y="196596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ECF9F4"/>
          </a:solidFill>
          <a:ln w="12700">
            <a:solidFill>
              <a:srgbClr val="ECF9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22677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Express.js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56832" y="2286000"/>
            <a:ext cx="502920" cy="292608"/>
          </a:xfrm>
          <a:prstGeom prst="roundRect">
            <a:avLst/>
          </a:prstGeom>
          <a:solidFill>
            <a:srgbClr val="218A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JavaScript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16552" y="285292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18A68"/>
                </a:solidFill>
              </a:rPr>
              <a:t>Customizable Electric Scooter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416552" y="370332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C3440"/>
                </a:solidFill>
              </a:rPr>
              <a:t>Lightweight and flexible. You start with the basics, then add the libraries and tools you need as the project grows.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662672" y="196596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18704" y="22677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Django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158984" y="2286000"/>
            <a:ext cx="502920" cy="292608"/>
          </a:xfrm>
          <a:prstGeom prst="roundRect">
            <a:avLst/>
          </a:prstGeom>
          <a:solidFill>
            <a:srgbClr val="B664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18704" y="285292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B66424"/>
                </a:solidFill>
              </a:rPr>
              <a:t>All-Terrain RV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918704" y="370332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C3440"/>
                </a:solidFill>
              </a:rPr>
              <a:t>Comes with many useful features already included, so you can get moving quickly without assembling every part yourself.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0120" y="596188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6F7E"/>
                </a:solidFill>
              </a:rPr>
              <a:t>Same destination: build a web application. Different ride: structure, flexibility, and built-in features.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Pair 3: Resources, URIs &amp; Frameworks</dc:title>
  <dc:subject>Pair 3 - Resources, URIs &amp; Frameworks</dc:subject>
  <dc:creator>OpenAI</dc:creator>
  <cp:lastModifiedBy>OpenAI</cp:lastModifiedBy>
  <cp:revision>1</cp:revision>
  <dcterms:created xsi:type="dcterms:W3CDTF">2026-09-28T03:59:33Z</dcterms:created>
  <dcterms:modified xsi:type="dcterms:W3CDTF">2026-09-28T03:59:33Z</dcterms:modified>
</cp:coreProperties>
</file>